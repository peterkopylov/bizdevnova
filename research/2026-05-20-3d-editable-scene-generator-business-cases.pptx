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oMWfWyj5R6xmmsuLr4hVpL9pE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cap="flat" cmpd="sng" w="12700">
            <a:solidFill>
              <a:srgbClr val="F7FB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731520"/>
            <a:ext cx="1463040" cy="384048"/>
          </a:xfrm>
          <a:prstGeom prst="roundRect">
            <a:avLst>
              <a:gd fmla="val 11905" name="adj"/>
            </a:avLst>
          </a:prstGeom>
          <a:solidFill>
            <a:srgbClr val="FFEDD5"/>
          </a:solidFill>
          <a:ln cap="flat" cmpd="sng" w="12700">
            <a:solidFill>
              <a:srgbClr val="EA580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68680" y="850392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Strategy Draft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1417320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3D Editable Scene Generator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205740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Best business use cases, competitive context, and what we should train for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132320" y="1051560"/>
            <a:ext cx="4114800" cy="4297680"/>
          </a:xfrm>
          <a:prstGeom prst="roundRect">
            <a:avLst>
              <a:gd fmla="val 177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1D5D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452360" y="132588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Core thesis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406640" y="1737360"/>
            <a:ext cx="33832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Value is in scene reconstruction and editable spatial scaffolding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Best use cases prioritize layout correctness over mesh beauty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Winning products combine generation, editability, and workflow fit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52350" y="3794749"/>
            <a:ext cx="3450600" cy="13821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616952" y="390448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What matters most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616952" y="42062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Object presence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Relative positioning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Scale coherence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Primitive usefulness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Editability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40080" y="617220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May 20, 2026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48640" y="53035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FRAMING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758952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What Unites The Best Use Cases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1371600"/>
            <a:ext cx="251460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04672" y="1481328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Text prompt → scene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04672" y="178308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when the setup is imagined, planned, or not yet built.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37560" y="1371600"/>
            <a:ext cx="278892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502152" y="1481328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Image → scene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502152" y="178308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when the physical setup already exists and needs to be reconstructed, documented, or edited.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309360" y="1371600"/>
            <a:ext cx="28346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473952" y="148132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Shared value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73952" y="1783080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Create a usable spatial scaffold so humans can plan, train, communicate, or reconfigure.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326880" y="1371600"/>
            <a:ext cx="219456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9491472" y="148132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Not the goal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491472" y="178308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Perfect hero-quality meshes are less important than layout and editability.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0080" y="315468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The strongest use cases are united by four needs: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07095" y="3685015"/>
            <a:ext cx="56694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Scene layout matters more than final mesh beauty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Users need editable outputs, not a static render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The result must help people act: plan, train, communicate, or reconfigure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Primitives are often enough if object presence and positioning are correct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949440" y="3383280"/>
            <a:ext cx="4297680" cy="2011680"/>
          </a:xfrm>
          <a:prstGeom prst="roundRect">
            <a:avLst>
              <a:gd fmla="val 2727" name="adj"/>
            </a:avLst>
          </a:prstGeom>
          <a:solidFill>
            <a:srgbClr val="CCFBF1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315200" y="374904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Core value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315200" y="4451005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Recreate the setup so humans can work with it.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48640" y="53035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PROMPT-FIRST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758952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Best Business Use Cases For Text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1417320"/>
            <a:ext cx="214884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804672" y="1554926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Trade show booth / showroom planning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04672" y="2093641"/>
            <a:ext cx="1874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Create booth concepts before anything is built. Test furniture, signage, and traffic flow.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971800" y="1417320"/>
            <a:ext cx="224028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136392" y="1554926"/>
            <a:ext cx="196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Retail display and merchandising concepts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136392" y="2093641"/>
            <a:ext cx="1965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Generate shelf zones, promo islands, and store corners from a brief. Explore planogram directions quickly.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40680" y="1417320"/>
            <a:ext cx="20574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605272" y="1554926"/>
            <a:ext cx="178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Office / reception / workspace planning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605272" y="2093641"/>
            <a:ext cx="1783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Generate room layouts from a functional description for stakeholder review.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726680" y="1417320"/>
            <a:ext cx="20574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891272" y="1554926"/>
            <a:ext cx="178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Training and simulation environments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891272" y="2093641"/>
            <a:ext cx="1783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Create cashier, reception, classroom, service desk, or emergency scenarios from text.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0012680" y="1333686"/>
            <a:ext cx="1554600" cy="132600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0177272" y="1554926"/>
            <a:ext cx="128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Previs / virtual production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0177272" y="2093641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Turn scripts or shot descriptions into editable 3D setups for camera planning and scene blocking.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40080" y="385056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Text-to-scene is strongest when the target setup does not exist yet.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31520" y="426204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Planning a new space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Exploring alternatives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Converting operational intent into a visual layout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Building training or simulation environments from description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492240" y="4124880"/>
            <a:ext cx="4755000" cy="18288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812280" y="4444920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Text is best for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766560" y="4719240"/>
            <a:ext cx="3886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first-draft blockouts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scenario design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workflow explanation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internal alignment before execution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548640" y="53035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IMAGE-FIRST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758952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Best Business Use Cases For Image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40080" y="123444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Image-to-scene is strongest when the physical setup already exists.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31520" y="1627632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Current-state capture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Layout learning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Before/after redesign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Operational memory and retrieval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40080" y="2880360"/>
            <a:ext cx="210312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804672" y="2990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1. Interior / room reconstruction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04672" y="32918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Recreate a room from a photo. Test furniture, layout, and redesign ideas.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926080" y="2880360"/>
            <a:ext cx="21488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090672" y="2990088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2. Retail shelf / aisle reconstruction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090672" y="329184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Rebuild shelf layouts from photos. Check facings, placement, and promo structure.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257800" y="2880360"/>
            <a:ext cx="233172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422392" y="2990088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3. Equipment compartment and vehicle layout training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422392" y="3291840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Reconstruct fire trucks, ambulances, field-service vans, or cabinets.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818120" y="2880360"/>
            <a:ext cx="173736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982712" y="29900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4. Operational workstations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982712" y="329184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Packing stations, reception desks, service counters, workshop bays.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9784080" y="2880360"/>
            <a:ext cx="173736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9948672" y="29900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5. Showroom / booth / display reconstruction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948672" y="329184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Capture a real setup from photos and reuse it for redesign, review, or training.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486400" y="1417320"/>
            <a:ext cx="5669280" cy="1051560"/>
          </a:xfrm>
          <a:prstGeom prst="roundRect">
            <a:avLst>
              <a:gd fmla="val 4348" name="adj"/>
            </a:avLst>
          </a:prstGeom>
          <a:solidFill>
            <a:srgbClr val="F0FDF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806440" y="1755648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Strongest pattern: real-world setup → editable digital twin lite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48640" y="53035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PROOF POINT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8640" y="758952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Real Use Case: Fire Brigade In Oberhaching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40080" y="1188720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real example comes from a volunteer fire brigade in Oberhaching.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40070" y="1965963"/>
            <a:ext cx="47550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Firefighters need to repeatedly learn where each item is stored in specific fire trucks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There is no universal standard layout across brigades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Different brigades can have different trucks and different compartment setups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Sergey currently uses a manual Miro board with photos, lists, and labels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22960" y="4846320"/>
            <a:ext cx="4389120" cy="1005840"/>
          </a:xfrm>
          <a:prstGeom prst="roundRect">
            <a:avLst>
              <a:gd fmla="val 3636" name="adj"/>
            </a:avLst>
          </a:prstGeom>
          <a:solidFill>
            <a:srgbClr val="FFEDD5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051560" y="5102352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The value is not visual polish. The value is spatial memory, retrieval speed, and vehicle-specific training.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peter.kopylov/Documents/BizDev/research/2026-05-20-fire-brigade-vehicle-layout-training-use-case-reference.png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1292430"/>
            <a:ext cx="5806441" cy="443484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48640" y="53035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GENERALIZATION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48640" y="758952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Why This Use Case Matters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40080" y="1325880"/>
            <a:ext cx="315468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04672" y="1435608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Why it is strong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04672" y="1737360"/>
            <a:ext cx="28803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Real user solving the problem manually.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Layout accuracy matters more than visual fidelity.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Primitive scene reconstruction is already useful.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069080" y="1325880"/>
            <a:ext cx="306324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233672" y="143560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What it can support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233672" y="1737360"/>
            <a:ext cx="2788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Training new members.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Refresh training.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Vehicle-specific memory drills.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Cross-crew familiarization.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Interactive retrieval simulations.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406640" y="1325880"/>
            <a:ext cx="416052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7571232" y="1435608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 it extends beyond fire brigades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571232" y="1737360"/>
            <a:ext cx="3886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Same pattern appears in ambulances, service vans, industrial cabinets, workshop stations, and operational storage environments.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40080" y="370332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This is a broader category opportunity: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822960" y="4069080"/>
            <a:ext cx="4754880" cy="1097280"/>
          </a:xfrm>
          <a:prstGeom prst="roundRect">
            <a:avLst>
              <a:gd fmla="val 4167" name="adj"/>
            </a:avLst>
          </a:prstGeom>
          <a:solidFill>
            <a:srgbClr val="CCFBF1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097280" y="440740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Operational equipment layout reconstruction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Workspace inventory and retrieval training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548640" y="53035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THREE LAYERS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48640" y="758952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Competitive Landscape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85800" y="1417320"/>
            <a:ext cx="274320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850392" y="152704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Asset-first tools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50392" y="182880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Meshy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Tripo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Trellis3D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Strength: object generation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Weakness: weaker full-scene ownership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749040" y="1417320"/>
            <a:ext cx="274320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913632" y="152704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World / editable scene platforms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913632" y="182880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Marble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SpAItial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Strength: scene generation, editing, expansion, composition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812280" y="1417320"/>
            <a:ext cx="274320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976872" y="152704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Workflow-first editable scene systems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976872" y="182880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PentoPix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Strength: practical production workflows, camera/layout control, editable scene assembly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9875520" y="1417320"/>
            <a:ext cx="1645920" cy="21488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10040112" y="15270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Open technical pressure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0040112" y="1828800"/>
            <a:ext cx="1371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WorldGen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Tencent HunyuanWorld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These matter more as technical/open signals than as commercial adoption leaders.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40080" y="40690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What competitors suggest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31520" y="4434840"/>
            <a:ext cx="10058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The market is moving from beautiful 3D output toward editable, explorable, exportable scene structure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The winner may not be the best pure generator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The winner may be the product that best combines layout reconstruction, editability, workflow fit, and export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48640" y="53035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MARKET MATURITY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640" y="758952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Commercial And Social Signals Are Still Weak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40080" y="117043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The category currently has stronger technical momentum than mature market validation.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31520" y="1627632"/>
            <a:ext cx="51206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Weak or no G2 / Trustpilot footprint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Limited public customer-count disclosure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Few strong case studies with repeatable production metrics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Thin evidence of broad enterprise deployment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Modest or unclear official social traction for many players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309360" y="1554480"/>
            <a:ext cx="22402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6473952" y="166420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Marble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473952" y="1965960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Strongest product and funding signals, but still limited classic SaaS review proof.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732520" y="1554480"/>
            <a:ext cx="22402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8897112" y="166420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SpAItial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897112" y="1965960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Strong frontier positioning, but social and commercial proof are still early.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309360" y="3017520"/>
            <a:ext cx="22402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6473952" y="312724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PentoPix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473952" y="3429000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Practical workflow positioning, but review-platform and large-scale customer proof are still thin.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732520" y="3017520"/>
            <a:ext cx="22402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8897112" y="312724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WorldGen / HunyuanWorld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8897112" y="3429000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Matter more as technical and open-model signals than as mature commercial adoption signals.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22960" y="4572000"/>
            <a:ext cx="10698480" cy="960120"/>
          </a:xfrm>
          <a:prstGeom prst="roundRect">
            <a:avLst>
              <a:gd fmla="val 4762" name="adj"/>
            </a:avLst>
          </a:prstGeom>
          <a:solidFill>
            <a:srgbClr val="FFEDD5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051560" y="4882896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Strategic takeaway: room remains for a player that combines real workflow usefulness with clearer customer proof.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548640" y="53035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TRAINING PRIORITIES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48640" y="758952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What We Should Train Our Model For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822960" y="1600200"/>
            <a:ext cx="37490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Object presence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Relative positioning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Scale coherence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Primitive usefulness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Editability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Scene completeness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937760" y="1463040"/>
            <a:ext cx="5669280" cy="1828800"/>
          </a:xfrm>
          <a:prstGeom prst="roundRect">
            <a:avLst>
              <a:gd fmla="val 3000" name="adj"/>
            </a:avLst>
          </a:prstGeom>
          <a:solidFill>
            <a:srgbClr val="CCFBF1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5303520" y="18745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We should not train for best-looking final meshes or parity with dedicated text-to-3D object systems.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937760" y="3703320"/>
            <a:ext cx="5669280" cy="1417320"/>
          </a:xfrm>
          <a:prstGeom prst="roundRect">
            <a:avLst>
              <a:gd fmla="val 3871" name="adj"/>
            </a:avLst>
          </a:prstGeom>
          <a:solidFill>
            <a:srgbClr val="FFEDD5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5349240" y="4114800"/>
            <a:ext cx="4846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Ugly but structurally right should win over pretty but spatially wrong.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548640" y="53035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48640" y="758952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Priority Training Targets And Evaluation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40080" y="1417320"/>
            <a:ext cx="3474720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804672" y="152704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Highest-priority scene families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804672" y="1828800"/>
            <a:ext cx="3200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Retail shelf / aisle layouts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Room and reception layouts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Equipment-in-compartments scenes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Workstation and counter setups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Booth / showroom scenes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389120" y="1417320"/>
            <a:ext cx="3474720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4553712" y="152704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What to emphasize in training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553712" y="1828800"/>
            <a:ext cx="3200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Bounded spaces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Repeated objects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Compartments and shelves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Object-to-container relations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Left/right and front/back consistency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Editable scene structure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8138160" y="1417320"/>
            <a:ext cx="3383280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8302752" y="152704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Suggested evaluation weighting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8302752" y="1828800"/>
            <a:ext cx="3108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Relative positioning 35%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Object presence 20%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Scale coherence 15%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Primitive usefulness 20%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Editability 10%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40080" y="406908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Main takeaway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22960" y="4434840"/>
            <a:ext cx="10698480" cy="100584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1097280" y="475488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The strongest near-term value is scene reconstruction and editable spatial scaffolding for real business workflows.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2026-05-20T07:58:48Z</dcterms:created>
  <dc:creator>OpenAI Codex</dc:creator>
</cp:coreProperties>
</file>